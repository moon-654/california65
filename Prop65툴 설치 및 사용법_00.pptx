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</p:sldMasterIdLst>
  <p:notesMasterIdLst>
    <p:notesMasterId r:id="rId5"/>
  </p:notesMasterIdLst>
  <p:sldIdLst>
    <p:sldId id="492" r:id="rId2"/>
    <p:sldId id="493" r:id="rId3"/>
    <p:sldId id="494" r:id="rId4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121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66FF"/>
    <a:srgbClr val="FF00FF"/>
    <a:srgbClr val="FFFFCC"/>
    <a:srgbClr val="CC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12211-126A-476E-BBF2-DE742547A9F4}" v="7" dt="2025-08-21T02:53:19.941"/>
  </p1510:revLst>
</p1510:revInfo>
</file>

<file path=ppt/tableStyles.xml><?xml version="1.0" encoding="utf-8"?>
<a:tblStyleLst xmlns:a="http://schemas.openxmlformats.org/drawingml/2006/main" def="{C869CA25-A3A8-4C2D-AA9B-08D6AC1E656F}">
  <a:tblStyle styleId="{C869CA25-A3A8-4C2D-AA9B-08D6AC1E656F}" styleName="Table_0">
    <a:wholeTbl>
      <a:tcTxStyle b="off" i="off">
        <a:font>
          <a:latin typeface="현대하모니 M"/>
          <a:ea typeface="현대하모니 M"/>
          <a:cs typeface="현대하모니 M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E669F5B-6F70-4AA3-9C1F-A8672D8CA41B}" styleName="Table_1">
    <a:wholeTbl>
      <a:tcTxStyle b="off" i="off">
        <a:font>
          <a:latin typeface="현대하모니 M"/>
          <a:ea typeface="현대하모니 M"/>
          <a:cs typeface="현대하모니 M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EF"/>
          </a:solidFill>
        </a:fill>
      </a:tcStyle>
    </a:wholeTbl>
    <a:band1H>
      <a:tcTxStyle/>
      <a:tcStyle>
        <a:tcBdr/>
        <a:fill>
          <a:solidFill>
            <a:srgbClr val="CAC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현대하모니 M"/>
          <a:ea typeface="현대하모니 M"/>
          <a:cs typeface="현대하모니 M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현대하모니 M"/>
          <a:ea typeface="현대하모니 M"/>
          <a:cs typeface="현대하모니 M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현대하모니 M"/>
          <a:ea typeface="현대하모니 M"/>
          <a:cs typeface="현대하모니 M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현대하모니 M"/>
          <a:ea typeface="현대하모니 M"/>
          <a:cs typeface="현대하모니 M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81" autoAdjust="0"/>
    <p:restoredTop sz="95232" autoAdjust="0"/>
  </p:normalViewPr>
  <p:slideViewPr>
    <p:cSldViewPr snapToGrid="0">
      <p:cViewPr varScale="1">
        <p:scale>
          <a:sx n="79" d="100"/>
          <a:sy n="79" d="100"/>
        </p:scale>
        <p:origin x="1781" y="67"/>
      </p:cViewPr>
      <p:guideLst>
        <p:guide orient="horz" pos="2160"/>
        <p:guide pos="31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young Lee" userId="df1018aa-7df6-4144-9731-6cbd7c308221" providerId="ADAL" clId="{02D12211-126A-476E-BBF2-DE742547A9F4}"/>
    <pc:docChg chg="custSel addSld delSld modSld">
      <pc:chgData name="Minyoung Lee" userId="df1018aa-7df6-4144-9731-6cbd7c308221" providerId="ADAL" clId="{02D12211-126A-476E-BBF2-DE742547A9F4}" dt="2025-08-21T02:57:51.079" v="15" actId="47"/>
      <pc:docMkLst>
        <pc:docMk/>
      </pc:docMkLst>
      <pc:sldChg chg="addSp delSp modSp mod">
        <pc:chgData name="Minyoung Lee" userId="df1018aa-7df6-4144-9731-6cbd7c308221" providerId="ADAL" clId="{02D12211-126A-476E-BBF2-DE742547A9F4}" dt="2025-08-21T02:48:32.617" v="4" actId="478"/>
        <pc:sldMkLst>
          <pc:docMk/>
          <pc:sldMk cId="0" sldId="438"/>
        </pc:sldMkLst>
        <pc:picChg chg="add mod ord">
          <ac:chgData name="Minyoung Lee" userId="df1018aa-7df6-4144-9731-6cbd7c308221" providerId="ADAL" clId="{02D12211-126A-476E-BBF2-DE742547A9F4}" dt="2025-08-21T02:48:30.846" v="3" actId="167"/>
          <ac:picMkLst>
            <pc:docMk/>
            <pc:sldMk cId="0" sldId="438"/>
            <ac:picMk id="3" creationId="{98DAF143-97B5-04A2-3B67-F1C5622F96BA}"/>
          </ac:picMkLst>
        </pc:picChg>
        <pc:picChg chg="del">
          <ac:chgData name="Minyoung Lee" userId="df1018aa-7df6-4144-9731-6cbd7c308221" providerId="ADAL" clId="{02D12211-126A-476E-BBF2-DE742547A9F4}" dt="2025-08-21T02:48:32.617" v="4" actId="478"/>
          <ac:picMkLst>
            <pc:docMk/>
            <pc:sldMk cId="0" sldId="438"/>
            <ac:picMk id="13" creationId="{8EF07954-34FB-6D96-E248-E8E2F3939C4B}"/>
          </ac:picMkLst>
        </pc:picChg>
      </pc:sldChg>
      <pc:sldChg chg="addSp delSp modSp mod">
        <pc:chgData name="Minyoung Lee" userId="df1018aa-7df6-4144-9731-6cbd7c308221" providerId="ADAL" clId="{02D12211-126A-476E-BBF2-DE742547A9F4}" dt="2025-08-21T02:48:46.039" v="7" actId="1076"/>
        <pc:sldMkLst>
          <pc:docMk/>
          <pc:sldMk cId="3585560287" sldId="491"/>
        </pc:sldMkLst>
        <pc:picChg chg="add mod">
          <ac:chgData name="Minyoung Lee" userId="df1018aa-7df6-4144-9731-6cbd7c308221" providerId="ADAL" clId="{02D12211-126A-476E-BBF2-DE742547A9F4}" dt="2025-08-21T02:48:46.039" v="7" actId="1076"/>
          <ac:picMkLst>
            <pc:docMk/>
            <pc:sldMk cId="3585560287" sldId="491"/>
            <ac:picMk id="2" creationId="{51BB1D49-6743-A1C5-132A-94976087B51E}"/>
          </ac:picMkLst>
        </pc:picChg>
        <pc:picChg chg="del">
          <ac:chgData name="Minyoung Lee" userId="df1018aa-7df6-4144-9731-6cbd7c308221" providerId="ADAL" clId="{02D12211-126A-476E-BBF2-DE742547A9F4}" dt="2025-08-21T02:48:41.947" v="5" actId="478"/>
          <ac:picMkLst>
            <pc:docMk/>
            <pc:sldMk cId="3585560287" sldId="491"/>
            <ac:picMk id="9" creationId="{F7F98EFF-C00F-22A6-795C-59ED301D3D61}"/>
          </ac:picMkLst>
        </pc:picChg>
      </pc:sldChg>
      <pc:sldChg chg="addSp delSp modSp mod">
        <pc:chgData name="Minyoung Lee" userId="df1018aa-7df6-4144-9731-6cbd7c308221" providerId="ADAL" clId="{02D12211-126A-476E-BBF2-DE742547A9F4}" dt="2025-08-21T02:48:50.560" v="9"/>
        <pc:sldMkLst>
          <pc:docMk/>
          <pc:sldMk cId="3171679765" sldId="492"/>
        </pc:sldMkLst>
        <pc:picChg chg="add mod">
          <ac:chgData name="Minyoung Lee" userId="df1018aa-7df6-4144-9731-6cbd7c308221" providerId="ADAL" clId="{02D12211-126A-476E-BBF2-DE742547A9F4}" dt="2025-08-21T02:48:50.560" v="9"/>
          <ac:picMkLst>
            <pc:docMk/>
            <pc:sldMk cId="3171679765" sldId="492"/>
            <ac:picMk id="7" creationId="{9FD0CCC6-5742-EFAC-A4D3-0DE352CC7A30}"/>
          </ac:picMkLst>
        </pc:picChg>
        <pc:picChg chg="del">
          <ac:chgData name="Minyoung Lee" userId="df1018aa-7df6-4144-9731-6cbd7c308221" providerId="ADAL" clId="{02D12211-126A-476E-BBF2-DE742547A9F4}" dt="2025-08-21T02:48:50.435" v="8" actId="478"/>
          <ac:picMkLst>
            <pc:docMk/>
            <pc:sldMk cId="3171679765" sldId="492"/>
            <ac:picMk id="8" creationId="{D048D94A-9191-CA57-11D4-F256F6294EE0}"/>
          </ac:picMkLst>
        </pc:picChg>
      </pc:sldChg>
      <pc:sldChg chg="addSp delSp modSp del mod">
        <pc:chgData name="Minyoung Lee" userId="df1018aa-7df6-4144-9731-6cbd7c308221" providerId="ADAL" clId="{02D12211-126A-476E-BBF2-DE742547A9F4}" dt="2025-08-21T02:57:51.079" v="15" actId="47"/>
        <pc:sldMkLst>
          <pc:docMk/>
          <pc:sldMk cId="3709279511" sldId="494"/>
        </pc:sldMkLst>
        <pc:picChg chg="add mod">
          <ac:chgData name="Minyoung Lee" userId="df1018aa-7df6-4144-9731-6cbd7c308221" providerId="ADAL" clId="{02D12211-126A-476E-BBF2-DE742547A9F4}" dt="2025-08-21T02:48:53.504" v="11"/>
          <ac:picMkLst>
            <pc:docMk/>
            <pc:sldMk cId="3709279511" sldId="494"/>
            <ac:picMk id="3" creationId="{253A68C5-2D0B-6363-FFCA-247DA6EA3601}"/>
          </ac:picMkLst>
        </pc:picChg>
        <pc:picChg chg="del">
          <ac:chgData name="Minyoung Lee" userId="df1018aa-7df6-4144-9731-6cbd7c308221" providerId="ADAL" clId="{02D12211-126A-476E-BBF2-DE742547A9F4}" dt="2025-08-21T02:48:53.347" v="10" actId="478"/>
          <ac:picMkLst>
            <pc:docMk/>
            <pc:sldMk cId="3709279511" sldId="494"/>
            <ac:picMk id="19" creationId="{F8CEC7FE-30DF-6DE2-A0CB-4C03D7EF07EE}"/>
          </ac:picMkLst>
        </pc:picChg>
      </pc:sldChg>
      <pc:sldChg chg="addSp delSp modSp add mod">
        <pc:chgData name="Minyoung Lee" userId="df1018aa-7df6-4144-9731-6cbd7c308221" providerId="ADAL" clId="{02D12211-126A-476E-BBF2-DE742547A9F4}" dt="2025-08-21T02:49:03.416" v="14" actId="1076"/>
        <pc:sldMkLst>
          <pc:docMk/>
          <pc:sldMk cId="3775585631" sldId="777"/>
        </pc:sldMkLst>
        <pc:picChg chg="add mod">
          <ac:chgData name="Minyoung Lee" userId="df1018aa-7df6-4144-9731-6cbd7c308221" providerId="ADAL" clId="{02D12211-126A-476E-BBF2-DE742547A9F4}" dt="2025-08-21T02:49:03.416" v="14" actId="1076"/>
          <ac:picMkLst>
            <pc:docMk/>
            <pc:sldMk cId="3775585631" sldId="777"/>
            <ac:picMk id="2" creationId="{CF5BBA1F-9AE7-A694-219B-F3F001F456C8}"/>
          </ac:picMkLst>
        </pc:picChg>
        <pc:picChg chg="del">
          <ac:chgData name="Minyoung Lee" userId="df1018aa-7df6-4144-9731-6cbd7c308221" providerId="ADAL" clId="{02D12211-126A-476E-BBF2-DE742547A9F4}" dt="2025-08-21T02:49:00.999" v="12" actId="478"/>
          <ac:picMkLst>
            <pc:docMk/>
            <pc:sldMk cId="3775585631" sldId="777"/>
            <ac:picMk id="8" creationId="{C42EF5B7-1B8B-B86D-E68D-CB7C8E4C9F5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926A7F0-CDA8-9554-D07C-4040590E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E37B8D25-ADBC-487C-6944-EFF168173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98E3B552-DF11-A8FE-E91E-1DADBF124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3891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926A7F0-CDA8-9554-D07C-4040590E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E37B8D25-ADBC-487C-6944-EFF168173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98E3B552-DF11-A8FE-E91E-1DADBF124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8861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926A7F0-CDA8-9554-D07C-4040590EE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E37B8D25-ADBC-487C-6944-EFF168173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98E3B552-DF11-A8FE-E91E-1DADBF124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1809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1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1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3">
            <a:extLst>
              <a:ext uri="{FF2B5EF4-FFF2-40B4-BE49-F238E27FC236}">
                <a16:creationId xmlns:a16="http://schemas.microsoft.com/office/drawing/2014/main" id="{ED386DF7-A54D-9EED-EA00-3198A11CB0A8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91177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3">
            <a:extLst>
              <a:ext uri="{FF2B5EF4-FFF2-40B4-BE49-F238E27FC236}">
                <a16:creationId xmlns:a16="http://schemas.microsoft.com/office/drawing/2014/main" id="{4231FC5B-0D1B-D0C2-D3D8-8388F895BE15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9798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09741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89466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3">
            <a:extLst>
              <a:ext uri="{FF2B5EF4-FFF2-40B4-BE49-F238E27FC236}">
                <a16:creationId xmlns:a16="http://schemas.microsoft.com/office/drawing/2014/main" id="{EF12C4BC-F8C5-0F28-FC1B-44884B4B7649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0602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개체 틀 13">
            <a:extLst>
              <a:ext uri="{FF2B5EF4-FFF2-40B4-BE49-F238E27FC236}">
                <a16:creationId xmlns:a16="http://schemas.microsoft.com/office/drawing/2014/main" id="{868C7992-7F71-3131-3BA3-0B473F482F38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930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0" y="1681163"/>
            <a:ext cx="41907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0" y="2505075"/>
            <a:ext cx="419070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2" y="1681163"/>
            <a:ext cx="421134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2" y="2505075"/>
            <a:ext cx="421134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제목 개체 틀 13">
            <a:extLst>
              <a:ext uri="{FF2B5EF4-FFF2-40B4-BE49-F238E27FC236}">
                <a16:creationId xmlns:a16="http://schemas.microsoft.com/office/drawing/2014/main" id="{BC450181-3664-D374-8491-2F2D1F43259D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93939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개체 틀 13">
            <a:extLst>
              <a:ext uri="{FF2B5EF4-FFF2-40B4-BE49-F238E27FC236}">
                <a16:creationId xmlns:a16="http://schemas.microsoft.com/office/drawing/2014/main" id="{3A63B291-87F5-8BE9-5BCC-51F383062BF2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209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개체 틀 13">
            <a:extLst>
              <a:ext uri="{FF2B5EF4-FFF2-40B4-BE49-F238E27FC236}">
                <a16:creationId xmlns:a16="http://schemas.microsoft.com/office/drawing/2014/main" id="{C5120EF6-7A1E-1247-BBDA-CD8DDA7C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4156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1" y="987428"/>
            <a:ext cx="5014912" cy="4873625"/>
          </a:xfrm>
          <a:prstGeom prst="rect">
            <a:avLst/>
          </a:prstGeo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개체 틀 13">
            <a:extLst>
              <a:ext uri="{FF2B5EF4-FFF2-40B4-BE49-F238E27FC236}">
                <a16:creationId xmlns:a16="http://schemas.microsoft.com/office/drawing/2014/main" id="{0BD449FD-F06D-7AD0-3F08-004D63AF6A53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1344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1" y="987428"/>
            <a:ext cx="5014912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개체 틀 13">
            <a:extLst>
              <a:ext uri="{FF2B5EF4-FFF2-40B4-BE49-F238E27FC236}">
                <a16:creationId xmlns:a16="http://schemas.microsoft.com/office/drawing/2014/main" id="{B152E2BC-3F6D-1775-A5F4-39A76B98E7C0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13954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3">
            <a:extLst>
              <a:ext uri="{FF2B5EF4-FFF2-40B4-BE49-F238E27FC236}">
                <a16:creationId xmlns:a16="http://schemas.microsoft.com/office/drawing/2014/main" id="{479F6E97-C351-3FE1-8D8D-0EA5BA13B874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0318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/>
          <a:lstStyle/>
          <a:p>
            <a:fld id="{66347224-3C9A-400F-9EAB-AA008F172DB5}" type="datetimeFigureOut">
              <a:rPr lang="ko-KR" altLang="en-US" smtClean="0"/>
              <a:t>2026-05-12 (Tue)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3">
            <a:extLst>
              <a:ext uri="{FF2B5EF4-FFF2-40B4-BE49-F238E27FC236}">
                <a16:creationId xmlns:a16="http://schemas.microsoft.com/office/drawing/2014/main" id="{133B0915-C3B7-6D4F-085B-F2F90AB74590}"/>
              </a:ext>
            </a:extLst>
          </p:cNvPr>
          <p:cNvSpPr txBox="1">
            <a:spLocks/>
          </p:cNvSpPr>
          <p:nvPr userDrawn="1"/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55" tIns="45727" rIns="91455" bIns="45727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프리젠테이션 9 Black" pitchFamily="2" charset="-127"/>
                <a:ea typeface="프리젠테이션 9 Black" pitchFamily="2" charset="-127"/>
                <a:cs typeface="+mj-cs"/>
              </a:defRPr>
            </a:lvl1pPr>
          </a:lstStyle>
          <a:p>
            <a:pPr>
              <a:buClrTx/>
              <a:buFontTx/>
            </a:pPr>
            <a:r>
              <a:rPr lang="ko-KR" altLang="en-US" sz="2400"/>
              <a:t>마스터 제목 스타일 편집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0873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12162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E12F-A39A-4DD7-9B17-7C18542979E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개체 틀 13">
            <a:extLst>
              <a:ext uri="{FF2B5EF4-FFF2-40B4-BE49-F238E27FC236}">
                <a16:creationId xmlns:a16="http://schemas.microsoft.com/office/drawing/2014/main" id="{6D3D97D7-457A-6391-18F5-9E0BF7D4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61" y="136524"/>
            <a:ext cx="797687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7273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583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프리젠테이션 9 Black" pitchFamily="2" charset="-127"/>
          <a:ea typeface="프리젠테이션 9 Black" pitchFamily="2" charset="-127"/>
          <a:cs typeface="+mj-cs"/>
        </a:defRPr>
      </a:lvl1pPr>
    </p:titleStyle>
    <p:bodyStyle>
      <a:lvl1pPr marL="228646" indent="-228646" algn="l" defTabSz="914583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file:///\\AKC_NewNAS\&#44277;&#50857;\AI%20Tools\2026%20California%20Prop65_IMDS_Rule_Based_Tool" TargetMode="External"/><Relationship Id="rId5" Type="http://schemas.openxmlformats.org/officeDocument/2006/relationships/hyperlink" Target="file:///\\AKC_NewNAS\&#50672;&#44396;&#49548;\Engineering\&#50640;&#50612;&#48177;&#44592;&#49696;&#54016;%20&#50629;&#47924;\02_Common%20Outputs\2026%20IMDS_California%20Proposition%2065%20compliance\Prop65_IMDS_Rule_Based_Tool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13F217B-93C7-60B3-7055-4C0E4B4B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70F1B4-99BC-56A1-D478-2DADFF88E2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1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0" y="7358"/>
            <a:ext cx="9907588" cy="679185"/>
          </a:xfrm>
          <a:prstGeom prst="rect">
            <a:avLst/>
          </a:prstGeom>
        </p:spPr>
      </p:pic>
      <p:sp>
        <p:nvSpPr>
          <p:cNvPr id="6" name="Google Shape;75;p20">
            <a:extLst>
              <a:ext uri="{FF2B5EF4-FFF2-40B4-BE49-F238E27FC236}">
                <a16:creationId xmlns:a16="http://schemas.microsoft.com/office/drawing/2014/main" id="{9EFDE0CD-9B89-6C13-D567-37022232C06C}"/>
              </a:ext>
            </a:extLst>
          </p:cNvPr>
          <p:cNvSpPr txBox="1"/>
          <p:nvPr/>
        </p:nvSpPr>
        <p:spPr>
          <a:xfrm>
            <a:off x="180838" y="132084"/>
            <a:ext cx="8790225" cy="4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07" rIns="91440" bIns="45707" anchor="t" anchorCtr="0">
            <a:spAutoFit/>
          </a:bodyPr>
          <a:lstStyle/>
          <a:p>
            <a:pPr defTabSz="914583">
              <a:defRPr/>
            </a:pPr>
            <a:r>
              <a:rPr lang="en-US" sz="2000" b="1" dirty="0">
                <a:solidFill>
                  <a:srgbClr val="002060"/>
                </a:solidFill>
                <a:latin typeface="Pretendard JP ExtraBold" panose="02000903000000020004" pitchFamily="2" charset="-128"/>
                <a:ea typeface="Pretendard JP ExtraBold" panose="02000903000000020004" pitchFamily="2" charset="-128"/>
                <a:cs typeface="Pretendard JP ExtraBold" panose="02000903000000020004" pitchFamily="2" charset="-128"/>
                <a:sym typeface="Malgun Gothic"/>
              </a:rPr>
              <a:t>California Proposition 65 compliance </a:t>
            </a:r>
            <a:r>
              <a:rPr lang="ko-KR" altLang="en-US" sz="2000" b="1" dirty="0">
                <a:solidFill>
                  <a:srgbClr val="002060"/>
                </a:solidFill>
                <a:latin typeface="Pretendard JP ExtraBold" panose="02000903000000020004" pitchFamily="2" charset="-128"/>
                <a:ea typeface="Pretendard JP ExtraBold" panose="02000903000000020004" pitchFamily="2" charset="-128"/>
                <a:cs typeface="Pretendard JP ExtraBold" panose="02000903000000020004" pitchFamily="2" charset="-128"/>
                <a:sym typeface="Malgun Gothic"/>
              </a:rPr>
              <a:t>검토 툴 설치 및 사용법</a:t>
            </a:r>
            <a:endParaRPr b="1" dirty="0">
              <a:solidFill>
                <a:srgbClr val="002060"/>
              </a:solidFill>
              <a:latin typeface="Pretendard JP ExtraBold" panose="02000903000000020004" pitchFamily="2" charset="-128"/>
              <a:ea typeface="Pretendard JP ExtraBold" panose="02000903000000020004" pitchFamily="2" charset="-128"/>
              <a:cs typeface="Pretendard JP ExtraBold" panose="02000903000000020004" pitchFamily="2" charset="-128"/>
              <a:sym typeface="Malgun Gothic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D0CCC6-5742-EFAC-A4D3-0DE352CC7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405" y="111462"/>
            <a:ext cx="1148991" cy="4319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E2401C-A5D3-A3D5-2FE2-0D82134DAF76}"/>
              </a:ext>
            </a:extLst>
          </p:cNvPr>
          <p:cNvSpPr txBox="1"/>
          <p:nvPr/>
        </p:nvSpPr>
        <p:spPr>
          <a:xfrm>
            <a:off x="180838" y="714983"/>
            <a:ext cx="961491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■ CAS No.</a:t>
            </a:r>
            <a:r>
              <a:rPr lang="ko-KR" altLang="en-US" b="1" dirty="0"/>
              <a:t>를 기반으로  </a:t>
            </a:r>
            <a:r>
              <a:rPr lang="en-US" altLang="ko-KR" b="1" dirty="0"/>
              <a:t>Prop.65</a:t>
            </a:r>
            <a:r>
              <a:rPr lang="ko-KR" altLang="en-US" b="1" dirty="0"/>
              <a:t>와 </a:t>
            </a:r>
            <a:r>
              <a:rPr lang="en-US" altLang="ko-KR" b="1" dirty="0"/>
              <a:t>IMDS</a:t>
            </a:r>
            <a:r>
              <a:rPr lang="ko-KR" altLang="en-US" b="1" dirty="0"/>
              <a:t> 비교</a:t>
            </a:r>
            <a:r>
              <a:rPr lang="en-US" altLang="ko-KR" b="1" dirty="0"/>
              <a:t>, </a:t>
            </a:r>
            <a:r>
              <a:rPr lang="ko-KR" altLang="en-US" b="1" dirty="0"/>
              <a:t>검토 함</a:t>
            </a:r>
            <a:endParaRPr lang="en-US" altLang="ko-KR" b="1" dirty="0"/>
          </a:p>
          <a:p>
            <a:r>
              <a:rPr lang="en-US" altLang="ko-KR" sz="1200" dirty="0"/>
              <a:t> -  Prop.65 </a:t>
            </a:r>
            <a:r>
              <a:rPr lang="ko-KR" altLang="en-US" sz="1200" dirty="0"/>
              <a:t>리스트에 </a:t>
            </a:r>
            <a:r>
              <a:rPr lang="en-US" altLang="ko-KR" sz="1200" dirty="0"/>
              <a:t>CAS No. </a:t>
            </a:r>
            <a:r>
              <a:rPr lang="ko-KR" altLang="en-US" sz="1200" dirty="0"/>
              <a:t>없는 항목 </a:t>
            </a:r>
            <a:r>
              <a:rPr lang="en-US" altLang="ko-KR" sz="1200" dirty="0"/>
              <a:t>; IMDS</a:t>
            </a:r>
            <a:r>
              <a:rPr lang="ko-KR" altLang="en-US" sz="1200" dirty="0"/>
              <a:t>가 </a:t>
            </a:r>
            <a:r>
              <a:rPr lang="en-US" altLang="ko-KR" sz="1200" dirty="0"/>
              <a:t>CAS </a:t>
            </a:r>
            <a:r>
              <a:rPr lang="ko-KR" altLang="en-US" sz="1200" dirty="0"/>
              <a:t>기반이므로 비교 생략</a:t>
            </a:r>
            <a:r>
              <a:rPr lang="en-US" altLang="ko-KR" sz="1200" dirty="0"/>
              <a:t>, </a:t>
            </a:r>
            <a:r>
              <a:rPr lang="ko-KR" altLang="en-US" sz="1200" dirty="0"/>
              <a:t>필요시 수작업 검토 요</a:t>
            </a:r>
            <a:endParaRPr lang="en-US" altLang="ko-KR" sz="1200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툴 위치</a:t>
            </a:r>
            <a:r>
              <a:rPr lang="en-US" altLang="ko-KR" dirty="0"/>
              <a:t>, Python </a:t>
            </a:r>
            <a:r>
              <a:rPr lang="ko-KR" altLang="en-US" dirty="0"/>
              <a:t>설치 및 실행</a:t>
            </a:r>
            <a:endParaRPr lang="en-US" altLang="ko-KR" dirty="0">
              <a:hlinkClick r:id="rId5" action="ppaction://hlinkfile"/>
            </a:endParaRPr>
          </a:p>
          <a:p>
            <a:r>
              <a:rPr lang="en-US" altLang="ko-KR" dirty="0">
                <a:hlinkClick r:id="rId6" action="ppaction://hlinkfile"/>
              </a:rPr>
              <a:t>\\AKC_NewNAS\</a:t>
            </a:r>
            <a:r>
              <a:rPr lang="ko-KR" altLang="en-US" dirty="0">
                <a:hlinkClick r:id="rId6" action="ppaction://hlinkfile"/>
              </a:rPr>
              <a:t>공용</a:t>
            </a:r>
            <a:r>
              <a:rPr lang="en-US" altLang="ko-KR" dirty="0">
                <a:hlinkClick r:id="rId6" action="ppaction://hlinkfile"/>
              </a:rPr>
              <a:t>\AI Tools\2026 California Prop65_IMDS_Rule_Based_Tool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 Python </a:t>
            </a:r>
            <a:r>
              <a:rPr lang="ko-KR" altLang="en-US" dirty="0"/>
              <a:t>설치 </a:t>
            </a:r>
            <a:r>
              <a:rPr lang="en-US" altLang="ko-KR" dirty="0"/>
              <a:t>3.11 or 3.12 (</a:t>
            </a:r>
            <a:r>
              <a:rPr lang="ko-KR" altLang="en-US" dirty="0"/>
              <a:t>그 외 버전 에러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“python-3.11.9-amd64.exe”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2"/>
            <a:r>
              <a:rPr lang="en-US" altLang="ko-KR" dirty="0"/>
              <a:t> - Add Python to PATH </a:t>
            </a:r>
            <a:r>
              <a:rPr lang="ko-KR" altLang="en-US" dirty="0"/>
              <a:t>선택 필수 </a:t>
            </a:r>
            <a:r>
              <a:rPr lang="en-US" altLang="ko-KR" dirty="0"/>
              <a:t>(</a:t>
            </a:r>
            <a:r>
              <a:rPr lang="ko-KR" altLang="en-US" dirty="0"/>
              <a:t>캡처 사진 없음</a:t>
            </a:r>
            <a:r>
              <a:rPr lang="en-US" altLang="ko-KR" dirty="0"/>
              <a:t>)  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2) </a:t>
            </a:r>
            <a:r>
              <a:rPr lang="ko-KR" altLang="en-US" dirty="0"/>
              <a:t>설치 및 실행</a:t>
            </a:r>
            <a:endParaRPr lang="en-US" altLang="ko-KR" dirty="0"/>
          </a:p>
          <a:p>
            <a:r>
              <a:rPr lang="en-US" altLang="ko-KR" dirty="0"/>
              <a:t> - “install_and_run.bat” </a:t>
            </a:r>
            <a:r>
              <a:rPr lang="ko-KR" altLang="en-US" dirty="0"/>
              <a:t>실행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b="1" dirty="0">
                <a:solidFill>
                  <a:srgbClr val="FF0000"/>
                </a:solidFill>
              </a:rPr>
              <a:t>로컬 드라이브에서 실행해야 함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dirty="0"/>
              <a:t>    (</a:t>
            </a:r>
            <a:r>
              <a:rPr lang="ko-KR" altLang="en-US" dirty="0" err="1"/>
              <a:t>네크워</a:t>
            </a:r>
            <a:r>
              <a:rPr lang="ko-KR" altLang="en-US" dirty="0"/>
              <a:t> 실행은 에러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3) </a:t>
            </a:r>
            <a:r>
              <a:rPr lang="ko-KR" altLang="en-US" dirty="0"/>
              <a:t>차후 </a:t>
            </a:r>
            <a:r>
              <a:rPr lang="en-US" altLang="ko-KR" dirty="0"/>
              <a:t>“run_app.bat” </a:t>
            </a:r>
            <a:r>
              <a:rPr lang="ko-KR" altLang="en-US" dirty="0"/>
              <a:t>실행</a:t>
            </a:r>
            <a:endParaRPr lang="en-US" altLang="ko-KR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27F2211-0A0B-89E3-7251-2208B6AF2A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082" y="3637592"/>
            <a:ext cx="2772314" cy="303913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9D568C8-7CC4-93FB-4407-6A003FB6E1C7}"/>
              </a:ext>
            </a:extLst>
          </p:cNvPr>
          <p:cNvSpPr txBox="1"/>
          <p:nvPr/>
        </p:nvSpPr>
        <p:spPr>
          <a:xfrm>
            <a:off x="6954082" y="3378516"/>
            <a:ext cx="1263161" cy="2539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※</a:t>
            </a:r>
            <a:r>
              <a:rPr lang="ko-KR" altLang="en-US" sz="1050" dirty="0"/>
              <a:t> 기업 사용 무료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40D9932-1EA5-F85D-7871-1B648DC5E793}"/>
              </a:ext>
            </a:extLst>
          </p:cNvPr>
          <p:cNvGrpSpPr/>
          <p:nvPr/>
        </p:nvGrpSpPr>
        <p:grpSpPr>
          <a:xfrm>
            <a:off x="3880753" y="3660872"/>
            <a:ext cx="2861186" cy="3121213"/>
            <a:chOff x="3201899" y="2862727"/>
            <a:chExt cx="3210373" cy="3502135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EC45B85-EE61-CB21-D7AB-E271CE560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01899" y="2862727"/>
              <a:ext cx="3210373" cy="3486637"/>
            </a:xfrm>
            <a:prstGeom prst="rect">
              <a:avLst/>
            </a:prstGeom>
          </p:spPr>
        </p:pic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ECC22A4-D62B-7974-E3E9-B787DA2D8E53}"/>
                </a:ext>
              </a:extLst>
            </p:cNvPr>
            <p:cNvCxnSpPr>
              <a:cxnSpLocks/>
            </p:cNvCxnSpPr>
            <p:nvPr/>
          </p:nvCxnSpPr>
          <p:spPr>
            <a:xfrm>
              <a:off x="3363035" y="3932590"/>
              <a:ext cx="121291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5D3C63E3-B28D-96FE-3B74-C6A0544E0497}"/>
                </a:ext>
              </a:extLst>
            </p:cNvPr>
            <p:cNvCxnSpPr>
              <a:cxnSpLocks/>
            </p:cNvCxnSpPr>
            <p:nvPr/>
          </p:nvCxnSpPr>
          <p:spPr>
            <a:xfrm>
              <a:off x="3363035" y="4488644"/>
              <a:ext cx="296362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453E057-0D4C-DF9A-8D04-DF8F0F94D7A6}"/>
                </a:ext>
              </a:extLst>
            </p:cNvPr>
            <p:cNvCxnSpPr>
              <a:cxnSpLocks/>
            </p:cNvCxnSpPr>
            <p:nvPr/>
          </p:nvCxnSpPr>
          <p:spPr>
            <a:xfrm>
              <a:off x="3363035" y="6364862"/>
              <a:ext cx="89386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32E01F2-0172-272A-0323-3E13B63ADD6D}"/>
              </a:ext>
            </a:extLst>
          </p:cNvPr>
          <p:cNvSpPr txBox="1"/>
          <p:nvPr/>
        </p:nvSpPr>
        <p:spPr>
          <a:xfrm>
            <a:off x="4679765" y="3378516"/>
            <a:ext cx="1263161" cy="2539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/>
              <a:t>★</a:t>
            </a:r>
            <a:r>
              <a:rPr lang="en-US" altLang="ko-KR" sz="1050" dirty="0"/>
              <a:t> </a:t>
            </a:r>
            <a:r>
              <a:rPr lang="ko-KR" altLang="en-US" sz="1050" dirty="0" err="1"/>
              <a:t>공유폴더</a:t>
            </a:r>
            <a:r>
              <a:rPr lang="ko-KR" altLang="en-US" sz="1050" dirty="0"/>
              <a:t> 내용</a:t>
            </a:r>
          </a:p>
        </p:txBody>
      </p:sp>
    </p:spTree>
    <p:extLst>
      <p:ext uri="{BB962C8B-B14F-4D97-AF65-F5344CB8AC3E}">
        <p14:creationId xmlns:p14="http://schemas.microsoft.com/office/powerpoint/2010/main" val="31716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13F217B-93C7-60B3-7055-4C0E4B4B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70F1B4-99BC-56A1-D478-2DADFF88E2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1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0" y="7358"/>
            <a:ext cx="9907588" cy="679185"/>
          </a:xfrm>
          <a:prstGeom prst="rect">
            <a:avLst/>
          </a:prstGeom>
        </p:spPr>
      </p:pic>
      <p:sp>
        <p:nvSpPr>
          <p:cNvPr id="6" name="Google Shape;75;p20">
            <a:extLst>
              <a:ext uri="{FF2B5EF4-FFF2-40B4-BE49-F238E27FC236}">
                <a16:creationId xmlns:a16="http://schemas.microsoft.com/office/drawing/2014/main" id="{9EFDE0CD-9B89-6C13-D567-37022232C06C}"/>
              </a:ext>
            </a:extLst>
          </p:cNvPr>
          <p:cNvSpPr txBox="1"/>
          <p:nvPr/>
        </p:nvSpPr>
        <p:spPr>
          <a:xfrm>
            <a:off x="180838" y="132084"/>
            <a:ext cx="8790225" cy="4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07" rIns="91440" bIns="45707" anchor="t" anchorCtr="0">
            <a:spAutoFit/>
          </a:bodyPr>
          <a:lstStyle/>
          <a:p>
            <a:pPr defTabSz="914583">
              <a:defRPr/>
            </a:pPr>
            <a:r>
              <a:rPr lang="en-US" sz="2000" b="1" dirty="0">
                <a:solidFill>
                  <a:srgbClr val="002060"/>
                </a:solidFill>
                <a:latin typeface="Pretendard JP ExtraBold" panose="02000903000000020004" pitchFamily="2" charset="-128"/>
                <a:ea typeface="Pretendard JP ExtraBold" panose="02000903000000020004" pitchFamily="2" charset="-128"/>
                <a:cs typeface="Pretendard JP ExtraBold" panose="02000903000000020004" pitchFamily="2" charset="-128"/>
                <a:sym typeface="Malgun Gothic"/>
              </a:rPr>
              <a:t>California Proposition 65 compliance </a:t>
            </a:r>
            <a:r>
              <a:rPr lang="ko-KR" altLang="en-US" sz="2000" b="1" dirty="0">
                <a:solidFill>
                  <a:srgbClr val="002060"/>
                </a:solidFill>
                <a:latin typeface="Pretendard JP ExtraBold" panose="02000903000000020004" pitchFamily="2" charset="-128"/>
                <a:ea typeface="Pretendard JP ExtraBold" panose="02000903000000020004" pitchFamily="2" charset="-128"/>
                <a:cs typeface="Pretendard JP ExtraBold" panose="02000903000000020004" pitchFamily="2" charset="-128"/>
                <a:sym typeface="Malgun Gothic"/>
              </a:rPr>
              <a:t>검토 툴 설치 및 사용법</a:t>
            </a:r>
            <a:endParaRPr b="1" dirty="0">
              <a:solidFill>
                <a:srgbClr val="002060"/>
              </a:solidFill>
              <a:latin typeface="Pretendard JP ExtraBold" panose="02000903000000020004" pitchFamily="2" charset="-128"/>
              <a:ea typeface="Pretendard JP ExtraBold" panose="02000903000000020004" pitchFamily="2" charset="-128"/>
              <a:cs typeface="Pretendard JP ExtraBold" panose="02000903000000020004" pitchFamily="2" charset="-128"/>
              <a:sym typeface="Malgun Gothic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D0CCC6-5742-EFAC-A4D3-0DE352CC7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405" y="111462"/>
            <a:ext cx="1148991" cy="4319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E2401C-A5D3-A3D5-2FE2-0D82134DAF76}"/>
              </a:ext>
            </a:extLst>
          </p:cNvPr>
          <p:cNvSpPr txBox="1"/>
          <p:nvPr/>
        </p:nvSpPr>
        <p:spPr>
          <a:xfrm>
            <a:off x="180838" y="772312"/>
            <a:ext cx="964409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실행 예시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아래의 두개의 창이 열림 </a:t>
            </a:r>
            <a:r>
              <a:rPr lang="en-US" altLang="ko-KR" dirty="0"/>
              <a:t>(</a:t>
            </a:r>
            <a:r>
              <a:rPr lang="ko-KR" altLang="en-US" dirty="0"/>
              <a:t>좌측 </a:t>
            </a:r>
            <a:r>
              <a:rPr lang="en-US" altLang="ko-KR" dirty="0" err="1"/>
              <a:t>cmd</a:t>
            </a:r>
            <a:r>
              <a:rPr lang="en-US" altLang="ko-KR" dirty="0"/>
              <a:t> </a:t>
            </a:r>
            <a:r>
              <a:rPr lang="ko-KR" altLang="en-US" dirty="0"/>
              <a:t>검은색창 닫으면 실행 안됨 주의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우측 그림 처럼 익스플로러에 열린 창으로 분석 실행</a:t>
            </a:r>
            <a:endParaRPr lang="en-US" altLang="ko-KR" dirty="0"/>
          </a:p>
          <a:p>
            <a:r>
              <a:rPr lang="en-US" altLang="ko-KR" dirty="0"/>
              <a:t>  1) </a:t>
            </a:r>
            <a:r>
              <a:rPr lang="ko-KR" altLang="en-US" dirty="0"/>
              <a:t>우측 </a:t>
            </a:r>
            <a:r>
              <a:rPr lang="en-US" altLang="ko-KR" dirty="0"/>
              <a:t>1)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검토하고자 하는 </a:t>
            </a:r>
            <a:r>
              <a:rPr lang="en-US" altLang="ko-KR" dirty="0"/>
              <a:t>IMDS</a:t>
            </a:r>
            <a:r>
              <a:rPr lang="ko-KR" altLang="en-US" dirty="0"/>
              <a:t>를 </a:t>
            </a:r>
            <a:r>
              <a:rPr lang="en-US" altLang="ko-KR" dirty="0"/>
              <a:t>.pdf</a:t>
            </a:r>
            <a:r>
              <a:rPr lang="ko-KR" altLang="en-US" dirty="0"/>
              <a:t> 파일로 선택함 </a:t>
            </a:r>
            <a:r>
              <a:rPr lang="en-US" altLang="ko-KR" dirty="0"/>
              <a:t>(IMDS</a:t>
            </a:r>
            <a:r>
              <a:rPr lang="ko-KR" altLang="en-US" dirty="0"/>
              <a:t>에서 다운 받은 파일로 검토함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2) </a:t>
            </a:r>
            <a:r>
              <a:rPr lang="ko-KR" altLang="en-US" dirty="0"/>
              <a:t>우측 </a:t>
            </a:r>
            <a:r>
              <a:rPr lang="en-US" altLang="ko-KR" dirty="0"/>
              <a:t>2)</a:t>
            </a:r>
            <a:r>
              <a:rPr lang="ko-KR" altLang="en-US" dirty="0"/>
              <a:t>에 </a:t>
            </a:r>
            <a:r>
              <a:rPr lang="en-US" altLang="ko-KR" dirty="0"/>
              <a:t>1.</a:t>
            </a:r>
            <a:r>
              <a:rPr lang="ko-KR" altLang="en-US" dirty="0"/>
              <a:t>번 공유한 폴더의 </a:t>
            </a:r>
            <a:r>
              <a:rPr lang="en-US" altLang="ko-KR" dirty="0"/>
              <a:t>“prop65_rules_from_OEHHA_full_list_v3_multiCAS.xlsx” </a:t>
            </a:r>
            <a:r>
              <a:rPr lang="ko-KR" altLang="en-US" dirty="0"/>
              <a:t>선택하면 분석 실행됨</a:t>
            </a:r>
            <a:endParaRPr lang="en-US" altLang="ko-KR" dirty="0"/>
          </a:p>
          <a:p>
            <a:r>
              <a:rPr lang="en-US" altLang="ko-KR" dirty="0"/>
              <a:t>  prop65_rules_from_OEHHA_full_list_v3_multiCAS.xlsx ; 2026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기준 최신</a:t>
            </a:r>
            <a:endParaRPr lang="en-US" altLang="ko-KR" dirty="0"/>
          </a:p>
          <a:p>
            <a:r>
              <a:rPr lang="en-US" altLang="ko-KR" dirty="0"/>
              <a:t>  3) </a:t>
            </a:r>
            <a:r>
              <a:rPr lang="ko-KR" altLang="en-US" dirty="0"/>
              <a:t>분석 후 분석 내용 화면 출력 및 최하단 </a:t>
            </a:r>
            <a:r>
              <a:rPr lang="en-US" altLang="ko-KR" dirty="0"/>
              <a:t>“Download Excel Report’</a:t>
            </a:r>
            <a:r>
              <a:rPr lang="ko-KR" altLang="en-US" dirty="0"/>
              <a:t>로 다운 가능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611348-81D7-C907-E6B4-0A85BA7D4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1" y="2446934"/>
            <a:ext cx="3875886" cy="19641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2CC612-43DB-13FA-E525-16E1EB96D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434" y="2361769"/>
            <a:ext cx="5668728" cy="40985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8855DB-C0C0-4F4F-1D81-011C150D15BF}"/>
              </a:ext>
            </a:extLst>
          </p:cNvPr>
          <p:cNvSpPr txBox="1"/>
          <p:nvPr/>
        </p:nvSpPr>
        <p:spPr>
          <a:xfrm>
            <a:off x="4326418" y="4114787"/>
            <a:ext cx="323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3333FF"/>
                </a:solidFill>
              </a:rPr>
              <a:t>1)</a:t>
            </a:r>
            <a:endParaRPr lang="ko-KR" altLang="en-US" b="1" dirty="0">
              <a:solidFill>
                <a:srgbClr val="3333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036F30-C311-E174-2B4D-17F1F4E18D12}"/>
              </a:ext>
            </a:extLst>
          </p:cNvPr>
          <p:cNvSpPr txBox="1"/>
          <p:nvPr/>
        </p:nvSpPr>
        <p:spPr>
          <a:xfrm>
            <a:off x="4326418" y="4795714"/>
            <a:ext cx="323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3333FF"/>
                </a:solidFill>
              </a:rPr>
              <a:t>2)</a:t>
            </a:r>
            <a:endParaRPr lang="ko-KR" altLang="en-US" b="1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4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13F217B-93C7-60B3-7055-4C0E4B4B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70F1B4-99BC-56A1-D478-2DADFF88E2C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1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0" y="7358"/>
            <a:ext cx="9907588" cy="679185"/>
          </a:xfrm>
          <a:prstGeom prst="rect">
            <a:avLst/>
          </a:prstGeom>
        </p:spPr>
      </p:pic>
      <p:sp>
        <p:nvSpPr>
          <p:cNvPr id="6" name="Google Shape;75;p20">
            <a:extLst>
              <a:ext uri="{FF2B5EF4-FFF2-40B4-BE49-F238E27FC236}">
                <a16:creationId xmlns:a16="http://schemas.microsoft.com/office/drawing/2014/main" id="{9EFDE0CD-9B89-6C13-D567-37022232C06C}"/>
              </a:ext>
            </a:extLst>
          </p:cNvPr>
          <p:cNvSpPr txBox="1"/>
          <p:nvPr/>
        </p:nvSpPr>
        <p:spPr>
          <a:xfrm>
            <a:off x="180838" y="132084"/>
            <a:ext cx="8790225" cy="4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07" rIns="91440" bIns="45707" anchor="t" anchorCtr="0">
            <a:spAutoFit/>
          </a:bodyPr>
          <a:lstStyle/>
          <a:p>
            <a:pPr defTabSz="914583">
              <a:defRPr/>
            </a:pPr>
            <a:r>
              <a:rPr lang="en-US" sz="2000" b="1" dirty="0">
                <a:solidFill>
                  <a:srgbClr val="002060"/>
                </a:solidFill>
                <a:latin typeface="Pretendard JP ExtraBold" panose="02000903000000020004" pitchFamily="2" charset="-128"/>
                <a:ea typeface="Pretendard JP ExtraBold" panose="02000903000000020004" pitchFamily="2" charset="-128"/>
                <a:cs typeface="Pretendard JP ExtraBold" panose="02000903000000020004" pitchFamily="2" charset="-128"/>
                <a:sym typeface="Malgun Gothic"/>
              </a:rPr>
              <a:t>California Proposition 65 compliance </a:t>
            </a:r>
            <a:r>
              <a:rPr lang="ko-KR" altLang="en-US" sz="2000" b="1" dirty="0">
                <a:solidFill>
                  <a:srgbClr val="002060"/>
                </a:solidFill>
                <a:latin typeface="Pretendard JP ExtraBold" panose="02000903000000020004" pitchFamily="2" charset="-128"/>
                <a:ea typeface="Pretendard JP ExtraBold" panose="02000903000000020004" pitchFamily="2" charset="-128"/>
                <a:cs typeface="Pretendard JP ExtraBold" panose="02000903000000020004" pitchFamily="2" charset="-128"/>
                <a:sym typeface="Malgun Gothic"/>
              </a:rPr>
              <a:t>검토 툴 설치 및 사용법</a:t>
            </a:r>
            <a:endParaRPr b="1" dirty="0">
              <a:solidFill>
                <a:srgbClr val="002060"/>
              </a:solidFill>
              <a:latin typeface="Pretendard JP ExtraBold" panose="02000903000000020004" pitchFamily="2" charset="-128"/>
              <a:ea typeface="Pretendard JP ExtraBold" panose="02000903000000020004" pitchFamily="2" charset="-128"/>
              <a:cs typeface="Pretendard JP ExtraBold" panose="02000903000000020004" pitchFamily="2" charset="-128"/>
              <a:sym typeface="Malgun Gothic"/>
            </a:endParaRPr>
          </a:p>
        </p:txBody>
      </p:sp>
      <p:pic>
        <p:nvPicPr>
          <p:cNvPr id="7" name="그림 6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D0CCC6-5742-EFAC-A4D3-0DE352CC7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405" y="111462"/>
            <a:ext cx="1148991" cy="4319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E2401C-A5D3-A3D5-2FE2-0D82134DAF76}"/>
              </a:ext>
            </a:extLst>
          </p:cNvPr>
          <p:cNvSpPr txBox="1"/>
          <p:nvPr/>
        </p:nvSpPr>
        <p:spPr>
          <a:xfrm>
            <a:off x="180838" y="772312"/>
            <a:ext cx="96440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실행 예시</a:t>
            </a:r>
            <a:endParaRPr lang="en-US" altLang="ko-KR" dirty="0"/>
          </a:p>
          <a:p>
            <a:r>
              <a:rPr lang="en-US" altLang="ko-KR" dirty="0"/>
              <a:t> 3) </a:t>
            </a:r>
            <a:r>
              <a:rPr lang="ko-KR" altLang="en-US" dirty="0"/>
              <a:t>분석 후 분석 내용 화면 출력 및 최하단 </a:t>
            </a:r>
            <a:r>
              <a:rPr lang="en-US" altLang="ko-KR" dirty="0"/>
              <a:t>“Download Excel Report’</a:t>
            </a:r>
            <a:r>
              <a:rPr lang="ko-KR" altLang="en-US" dirty="0"/>
              <a:t>로 다운 가능</a:t>
            </a:r>
            <a:endParaRPr lang="en-US" altLang="ko-KR" dirty="0"/>
          </a:p>
          <a:p>
            <a:r>
              <a:rPr lang="en-US" altLang="ko-KR" dirty="0"/>
              <a:t>   - “Prop65_IMDS_Rule_Based_Report.xlsx” </a:t>
            </a:r>
            <a:r>
              <a:rPr lang="ko-KR" altLang="en-US" dirty="0"/>
              <a:t>파일명으로 다운되며</a:t>
            </a:r>
            <a:r>
              <a:rPr lang="en-US" altLang="ko-KR" dirty="0"/>
              <a:t>,</a:t>
            </a:r>
            <a:r>
              <a:rPr lang="ko-KR" altLang="en-US" dirty="0"/>
              <a:t> 적절히 이름 변경 추천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F7E054-CFFC-9966-C228-99D15160B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39" y="1596745"/>
            <a:ext cx="6739197" cy="3088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F0D547-6E72-E661-C74F-6B34A8199041}"/>
              </a:ext>
            </a:extLst>
          </p:cNvPr>
          <p:cNvSpPr txBox="1"/>
          <p:nvPr/>
        </p:nvSpPr>
        <p:spPr>
          <a:xfrm>
            <a:off x="180837" y="4463690"/>
            <a:ext cx="323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3333FF"/>
                </a:solidFill>
              </a:rPr>
              <a:t>3)</a:t>
            </a:r>
            <a:endParaRPr lang="ko-KR" altLang="en-US" b="1" dirty="0">
              <a:solidFill>
                <a:srgbClr val="3333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876E71-3F6D-2895-D3B7-C88CB65CA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38" y="5361592"/>
            <a:ext cx="5846323" cy="1274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F236B7-05DE-50E1-6C41-4ED99FE11696}"/>
              </a:ext>
            </a:extLst>
          </p:cNvPr>
          <p:cNvSpPr txBox="1"/>
          <p:nvPr/>
        </p:nvSpPr>
        <p:spPr>
          <a:xfrm>
            <a:off x="342538" y="5000017"/>
            <a:ext cx="5387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※ Excel Report</a:t>
            </a:r>
            <a:r>
              <a:rPr lang="ko-KR" altLang="en-US" dirty="0"/>
              <a:t>의</a:t>
            </a:r>
            <a:r>
              <a:rPr lang="en-US" altLang="ko-KR" dirty="0"/>
              <a:t> work sheet </a:t>
            </a:r>
            <a:r>
              <a:rPr lang="ko-KR" altLang="en-US" dirty="0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389798027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4E4779A2-22E9-44D2-B055-FADB648826FB}" vid="{9277C832-EE16-447A-87EA-A3B11935E6D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2929</TotalTime>
  <Words>364</Words>
  <Application>Microsoft Office PowerPoint</Application>
  <PresentationFormat>A4 용지(210x297mm)</PresentationFormat>
  <Paragraphs>35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Pretendard JP ExtraBold</vt:lpstr>
      <vt:lpstr>프리젠테이션 9 Black</vt:lpstr>
      <vt:lpstr>Arial</vt:lpstr>
      <vt:lpstr>테마1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고상표</dc:creator>
  <cp:lastModifiedBy>hyeongyo_park</cp:lastModifiedBy>
  <cp:revision>199</cp:revision>
  <dcterms:modified xsi:type="dcterms:W3CDTF">2026-05-12T05:45:37Z</dcterms:modified>
</cp:coreProperties>
</file>